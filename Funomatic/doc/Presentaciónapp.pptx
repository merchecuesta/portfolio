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17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3D3ABD-9CD4-2647-25A5-5089D5F6B2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08618C4-B9CA-1DE8-7288-804850EE76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B961ABA-0510-412E-1C17-FE798321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A2D0F15-AD1D-FDED-DE87-5DB3BA64A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6ACD8C7-2793-523D-1E5D-38873E6C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3824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3E320-5C5F-BAF8-AAED-B4032D2A2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ABBE23-30ED-D8F6-29BD-934CCC2850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B94148-3D33-2C1F-D70B-F00EDF0E4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3064A8D-9185-7877-C379-F24060FAA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85A887-4D70-3EDD-1882-D346658AC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5911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579998-9D11-92E9-D98B-119522EDC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9BAC87-FADF-D661-8471-54A35E3CF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EAFADD-4109-BC33-2E2C-267067AB9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DA79F55-8359-1AC4-DC98-3160A4908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F8C030-14CC-56BC-8AB1-25251077D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1503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892C85-20D0-18BF-64B6-0A2E109A2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3D5750-F54B-0C21-D779-49E592D08B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77E91AC-ECEE-25CF-10F6-009951F54F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D1785E-37BE-1DE3-E303-F36656BFC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144B990-3A90-D9B8-2927-F0E497FC5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AA24B9F-A84C-8327-2E12-AFFBABFCE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02461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DF7706-8CE3-128C-A958-5C034D89B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C58951D-EC64-08F4-F9BE-01233B030F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DC691A7-BE82-32D3-BEA7-580E96BEC6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315F8616-4BA0-8315-ACF0-E4B4E50360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4B3B693-1CAF-F4E6-430C-201D25C853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4B663434-62CC-43F2-B3CD-B66DF31AF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065F6B5-0176-3E38-5B89-67EAF9919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ED65091-B5ED-3ECC-92A1-FFD58DBB8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2160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003F9C-B2FC-BBC5-EB34-42B959D5C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40ED43F-FFF3-477A-2C66-2A2D0BB49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4A47852-974A-BA42-DBA2-A3E611057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728CCE2-1DCC-0D35-5C11-95CEB2EE9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5844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67B440E-3216-3861-0276-F9EC02582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4894A29-82E1-10AD-6347-D7E2D6F91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668A381-5DA3-1D26-5E34-83CE72254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29188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E24A4F-99FE-25ED-3AC3-09167E2EE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8644125-AAB5-3221-F7F8-FED0CC199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9BF6952-FCE1-5C87-4557-5EB265660A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2040B54-80B4-D623-5C9D-EDE8E7A05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CB571BE-4415-B8FF-F1C2-0FE8ABACD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2A4F92E-C94F-C55B-0775-DBDE0E57F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5249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4F20CA-8571-661A-546F-737B7174A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7D5EEB5E-BC66-993B-DE97-86BF3406A9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EA9AA4E-8A94-BC9A-8E3E-162AFE6AAC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C1C6AFD-7658-C734-8277-604938456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1778128-800A-6A6B-E056-34003BB99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3A78674-363A-E811-6CA7-2527745AF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01654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2AE28A-B880-EDC9-6956-9AB4FC8BF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F39390F-22AD-5A5F-6661-B3D0141B6E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D463855-AC14-51E3-2339-5AC5D7B07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9F0CF9-6748-EFC1-5734-81CCD4687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C858BB-A1B6-D1BF-7CE7-AF04361FE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0920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217E7EC-A32C-413C-2598-6767B89287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0411150-4324-C2E3-A7AA-CF0D4FDE90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391474D-F8B7-43E2-D492-7374DB9AE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286227-293B-D64A-0680-71E4ACDF3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7E6E68-D26D-3D41-FB90-7707DBFFC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1150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8433858-7516-318E-D7E2-89C769D42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EDB9AAE-1FB9-6CD9-2956-2DA75EB798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B3E4F02-D4C6-D722-615A-F448CBB8AF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24A29A6-3670-85B2-0BD9-23051E0DBB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DC4AE7E-C91A-85B7-4800-EF32FE202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3504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6000" r="-1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C25ED8-4674-87F2-2006-6254CC3A3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7840" y="1315721"/>
            <a:ext cx="9144000" cy="2286317"/>
          </a:xfrm>
          <a:solidFill>
            <a:srgbClr val="7030A0"/>
          </a:solidFill>
          <a:effectLst>
            <a:softEdge rad="12700"/>
          </a:effectLst>
        </p:spPr>
        <p:txBody>
          <a:bodyPr>
            <a:normAutofit fontScale="90000"/>
          </a:bodyPr>
          <a:lstStyle/>
          <a:p>
            <a:br>
              <a:rPr lang="es-ES" dirty="0">
                <a:solidFill>
                  <a:schemeClr val="bg1"/>
                </a:solidFill>
                <a:latin typeface="Bodoni MT Black" panose="02070A03080606020203" pitchFamily="18" charset="0"/>
              </a:rPr>
            </a:br>
            <a:br>
              <a:rPr lang="es-ES" dirty="0">
                <a:solidFill>
                  <a:schemeClr val="bg1"/>
                </a:solidFill>
                <a:latin typeface="Bodoni MT Black" panose="02070A03080606020203" pitchFamily="18" charset="0"/>
              </a:rPr>
            </a:br>
            <a:br>
              <a:rPr lang="es-ES" dirty="0">
                <a:solidFill>
                  <a:schemeClr val="bg1"/>
                </a:solidFill>
                <a:latin typeface="Bodoni MT Black" panose="02070A03080606020203" pitchFamily="18" charset="0"/>
              </a:rPr>
            </a:br>
            <a:r>
              <a:rPr lang="es-ES" dirty="0">
                <a:solidFill>
                  <a:schemeClr val="bg1"/>
                </a:solidFill>
                <a:latin typeface="Bodoni MT Black" panose="02070A03080606020203" pitchFamily="18" charset="0"/>
              </a:rPr>
              <a:t>FUN – O – MATIC</a:t>
            </a:r>
            <a:br>
              <a:rPr lang="es-ES" dirty="0">
                <a:solidFill>
                  <a:schemeClr val="bg1"/>
                </a:solidFill>
                <a:latin typeface="Bodoni MT Black" panose="02070A03080606020203" pitchFamily="18" charset="0"/>
              </a:rPr>
            </a:br>
            <a:endParaRPr lang="es-ES" dirty="0">
              <a:solidFill>
                <a:schemeClr val="bg1"/>
              </a:solidFill>
              <a:latin typeface="Bodoni MT Black" panose="02070A03080606020203" pitchFamily="18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6D63983-3846-BA1E-8519-E105026E6D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  <a:latin typeface="Bodoni MT Black" panose="02070A03080606020203" pitchFamily="18" charset="0"/>
              </a:rPr>
              <a:t>Ideal para niños y no tan niños</a:t>
            </a:r>
          </a:p>
        </p:txBody>
      </p:sp>
    </p:spTree>
    <p:extLst>
      <p:ext uri="{BB962C8B-B14F-4D97-AF65-F5344CB8AC3E}">
        <p14:creationId xmlns:p14="http://schemas.microsoft.com/office/powerpoint/2010/main" val="3358129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CA635426-D204-398F-CD9E-EB4C06E4CA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904" y="199389"/>
            <a:ext cx="7735712" cy="4351338"/>
          </a:xfr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CB30311D-51F1-6889-EBC5-A1EC8B780A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4120" y="3386773"/>
            <a:ext cx="5816600" cy="327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809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8000" r="-1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589B24-2BC9-450F-41B7-9018C17DE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07480" cy="1325563"/>
          </a:xfrm>
          <a:solidFill>
            <a:schemeClr val="bg1"/>
          </a:solidFill>
          <a:effectLst>
            <a:softEdge rad="12700"/>
          </a:effectLst>
        </p:spPr>
        <p:txBody>
          <a:bodyPr/>
          <a:lstStyle/>
          <a:p>
            <a:r>
              <a:rPr lang="es-ES" dirty="0"/>
              <a:t>¿Qué problema resuelve?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F3AD8F9-3D97-BBFB-298D-EE523A05A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183255"/>
          </a:xfrm>
          <a:solidFill>
            <a:schemeClr val="bg1"/>
          </a:solidFill>
          <a:effectLst>
            <a:softEdge rad="12700"/>
          </a:effectLst>
        </p:spPr>
        <p:txBody>
          <a:bodyPr/>
          <a:lstStyle/>
          <a:p>
            <a:pPr>
              <a:buFontTx/>
              <a:buChar char="-"/>
            </a:pPr>
            <a:r>
              <a:rPr lang="es-ES" dirty="0"/>
              <a:t>Muchos niños y padres, no saben que actividades realizar en su tiempo libre, sobre todo si quieren descansar la vista de pantallas.</a:t>
            </a:r>
          </a:p>
          <a:p>
            <a:pPr>
              <a:buFontTx/>
              <a:buChar char="-"/>
            </a:pPr>
            <a:r>
              <a:rPr lang="es-ES" dirty="0"/>
              <a:t>Es difícil encontrar actividades adaptadas a gustos, lugar y compañía</a:t>
            </a:r>
          </a:p>
          <a:p>
            <a:pPr>
              <a:buFontTx/>
              <a:buChar char="-"/>
            </a:pPr>
            <a:r>
              <a:rPr lang="es-ES" dirty="0"/>
              <a:t>Necesitamos algo rápido y divertido que sugiera planes personalizados</a:t>
            </a:r>
          </a:p>
          <a:p>
            <a:pPr>
              <a:buFontTx/>
              <a:buChar char="-"/>
            </a:pPr>
            <a:r>
              <a:rPr lang="es-ES" dirty="0"/>
              <a:t>Ha de ser visual para llamar la atención del usuario</a:t>
            </a:r>
          </a:p>
          <a:p>
            <a:pPr>
              <a:buFontTx/>
              <a:buChar char="-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291740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CF881C-57C0-E897-8141-1E3F2C986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7045"/>
            <a:ext cx="10515600" cy="1325563"/>
          </a:xfrm>
          <a:solidFill>
            <a:schemeClr val="bg1"/>
          </a:solidFill>
        </p:spPr>
        <p:txBody>
          <a:bodyPr/>
          <a:lstStyle/>
          <a:p>
            <a:r>
              <a:rPr lang="es-ES" dirty="0"/>
              <a:t>Nuestra solución: </a:t>
            </a:r>
            <a:r>
              <a:rPr lang="es-ES" dirty="0" err="1"/>
              <a:t>Fun</a:t>
            </a:r>
            <a:r>
              <a:rPr lang="es-ES" dirty="0"/>
              <a:t>-O-</a:t>
            </a:r>
            <a:r>
              <a:rPr lang="es-ES" dirty="0" err="1"/>
              <a:t>Matic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831C6A-A964-FBCA-14D0-3138C949C8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8665"/>
            <a:ext cx="10515600" cy="3376295"/>
          </a:xfrm>
          <a:solidFill>
            <a:schemeClr val="bg1"/>
          </a:solidFill>
        </p:spPr>
        <p:txBody>
          <a:bodyPr/>
          <a:lstStyle/>
          <a:p>
            <a:r>
              <a:rPr lang="es-ES" dirty="0"/>
              <a:t>Aplicación web que genera actividades según preferencias del usuario</a:t>
            </a:r>
          </a:p>
          <a:p>
            <a:r>
              <a:rPr lang="es-ES" dirty="0"/>
              <a:t>Responde a preguntas como:</a:t>
            </a:r>
          </a:p>
          <a:p>
            <a:pPr marL="514350" indent="-514350">
              <a:buFont typeface="+mj-lt"/>
              <a:buAutoNum type="alphaLcPeriod"/>
            </a:pPr>
            <a:r>
              <a:rPr lang="es-ES" dirty="0"/>
              <a:t>¿Dónde quieres hacer la actividad?</a:t>
            </a:r>
          </a:p>
          <a:p>
            <a:pPr marL="514350" indent="-514350">
              <a:buFont typeface="+mj-lt"/>
              <a:buAutoNum type="alphaLcPeriod"/>
            </a:pPr>
            <a:r>
              <a:rPr lang="es-ES" dirty="0"/>
              <a:t>¿Qué tipo de plan buscas?</a:t>
            </a:r>
          </a:p>
          <a:p>
            <a:pPr marL="514350" indent="-514350">
              <a:buFont typeface="+mj-lt"/>
              <a:buAutoNum type="alphaLcPeriod"/>
            </a:pPr>
            <a:r>
              <a:rPr lang="es-ES" dirty="0"/>
              <a:t>¿Sólo o acompañado?</a:t>
            </a:r>
          </a:p>
          <a:p>
            <a:r>
              <a:rPr lang="es-ES" dirty="0"/>
              <a:t>Genera planes personalizados</a:t>
            </a:r>
          </a:p>
          <a:p>
            <a:pPr marL="0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5161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5000" r="-1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A1A6B4-9ED9-400C-8DE5-04FFF693F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57800" cy="1325563"/>
          </a:xfrm>
          <a:solidFill>
            <a:schemeClr val="bg1"/>
          </a:solidFill>
        </p:spPr>
        <p:txBody>
          <a:bodyPr/>
          <a:lstStyle/>
          <a:p>
            <a:r>
              <a:rPr lang="es-ES" dirty="0"/>
              <a:t>Funciones principales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147EEE-CB00-CA98-F1B7-9499B3F7A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8345"/>
            <a:ext cx="10515600" cy="2238375"/>
          </a:xfrm>
          <a:solidFill>
            <a:schemeClr val="bg1"/>
          </a:solidFill>
        </p:spPr>
        <p:txBody>
          <a:bodyPr/>
          <a:lstStyle/>
          <a:p>
            <a:r>
              <a:rPr lang="es-ES" dirty="0"/>
              <a:t>Generación de actividades personalizadas</a:t>
            </a:r>
          </a:p>
          <a:p>
            <a:r>
              <a:rPr lang="es-ES" dirty="0"/>
              <a:t>Registro de  preguntas y respuestas en la BBDD</a:t>
            </a:r>
          </a:p>
          <a:p>
            <a:r>
              <a:rPr lang="es-ES" dirty="0"/>
              <a:t>Botones de interacción “Si, me encantan/No, me aburren”</a:t>
            </a:r>
          </a:p>
          <a:p>
            <a:r>
              <a:rPr lang="es-ES" dirty="0"/>
              <a:t>Diseño </a:t>
            </a:r>
            <a:r>
              <a:rPr lang="es-ES" dirty="0" err="1"/>
              <a:t>reponsivo</a:t>
            </a:r>
            <a:r>
              <a:rPr lang="es-ES" dirty="0"/>
              <a:t> y visualmente atractivo</a:t>
            </a:r>
          </a:p>
          <a:p>
            <a:pPr marL="0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01451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0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C82312-BCBA-3E0D-C5B5-E6E07AD65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Preparada para producción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E6C7B0-1D50-40BD-864F-CFD89631DB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La app está </a:t>
            </a:r>
            <a:r>
              <a:rPr lang="es-ES" dirty="0" err="1"/>
              <a:t>dockerizada</a:t>
            </a:r>
            <a:r>
              <a:rPr lang="es-ES" dirty="0"/>
              <a:t> para facilitar instalación y despliegue.</a:t>
            </a:r>
          </a:p>
          <a:p>
            <a:r>
              <a:rPr lang="es-ES" dirty="0"/>
              <a:t>Imagen disponible en </a:t>
            </a:r>
            <a:r>
              <a:rPr lang="es-ES" dirty="0" err="1"/>
              <a:t>DockerHub</a:t>
            </a:r>
            <a:r>
              <a:rPr lang="es-ES" dirty="0"/>
              <a:t>.</a:t>
            </a:r>
          </a:p>
          <a:p>
            <a:r>
              <a:rPr lang="es-ES" dirty="0"/>
              <a:t>Repositorio en GitHub con código y documentación completa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4E301D4C-4F9E-A407-966A-CFE4791F3A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4175" y="3429000"/>
            <a:ext cx="3149826" cy="3149826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07ED4083-7C5D-6E91-B578-7CCA2A0817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1359" y="3429000"/>
            <a:ext cx="2764063" cy="2764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62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EB171F-D8A6-D201-5434-A748432C3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333240" cy="1325563"/>
          </a:xfrm>
          <a:solidFill>
            <a:schemeClr val="bg1"/>
          </a:solidFill>
        </p:spPr>
        <p:txBody>
          <a:bodyPr/>
          <a:lstStyle/>
          <a:p>
            <a:r>
              <a:rPr lang="es-ES" dirty="0"/>
              <a:t>Gestión de datos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E9EFB01-BA6A-36AC-D361-DBFC076062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665720" cy="1720215"/>
          </a:xfrm>
          <a:solidFill>
            <a:schemeClr val="bg1"/>
          </a:solidFill>
        </p:spPr>
        <p:txBody>
          <a:bodyPr/>
          <a:lstStyle/>
          <a:p>
            <a:r>
              <a:rPr lang="es-ES" dirty="0"/>
              <a:t>PostgreSQL almacena preguntas y respuestas.</a:t>
            </a:r>
          </a:p>
          <a:p>
            <a:r>
              <a:rPr lang="es-ES" dirty="0"/>
              <a:t>Tabla principal: </a:t>
            </a:r>
            <a:r>
              <a:rPr lang="es-ES" dirty="0" err="1"/>
              <a:t>preguntas_respuestas</a:t>
            </a:r>
            <a:r>
              <a:rPr lang="es-ES" dirty="0"/>
              <a:t>.</a:t>
            </a:r>
          </a:p>
          <a:p>
            <a:r>
              <a:rPr lang="es-ES" dirty="0"/>
              <a:t>Permite análisis posterior de interacciones.</a:t>
            </a:r>
          </a:p>
        </p:txBody>
      </p:sp>
    </p:spTree>
    <p:extLst>
      <p:ext uri="{BB962C8B-B14F-4D97-AF65-F5344CB8AC3E}">
        <p14:creationId xmlns:p14="http://schemas.microsoft.com/office/powerpoint/2010/main" val="13277774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rgbClr val="FFC000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7B3D8B-69F4-2E1F-94E8-05508DC4F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Futuro del proyecto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DF201EE-D4C2-0BC8-B582-94BA035E6F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Mejorar sugerencias usando AI avanzada</a:t>
            </a:r>
          </a:p>
          <a:p>
            <a:r>
              <a:rPr lang="es-ES" dirty="0"/>
              <a:t>Crear app móvil.</a:t>
            </a:r>
          </a:p>
          <a:p>
            <a:r>
              <a:rPr lang="es-ES" dirty="0"/>
              <a:t>Analítica de uso y recomendaciones más precisas.</a:t>
            </a:r>
          </a:p>
        </p:txBody>
      </p:sp>
    </p:spTree>
    <p:extLst>
      <p:ext uri="{BB962C8B-B14F-4D97-AF65-F5344CB8AC3E}">
        <p14:creationId xmlns:p14="http://schemas.microsoft.com/office/powerpoint/2010/main" val="84713313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217</Words>
  <Application>Microsoft Office PowerPoint</Application>
  <PresentationFormat>Panorámica</PresentationFormat>
  <Paragraphs>31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Arial</vt:lpstr>
      <vt:lpstr>Bodoni MT Black</vt:lpstr>
      <vt:lpstr>Calibri</vt:lpstr>
      <vt:lpstr>Calibri Light</vt:lpstr>
      <vt:lpstr>Tema de Office</vt:lpstr>
      <vt:lpstr>   FUN – O – MATIC </vt:lpstr>
      <vt:lpstr>Presentación de PowerPoint</vt:lpstr>
      <vt:lpstr>¿Qué problema resuelve?</vt:lpstr>
      <vt:lpstr>Nuestra solución: Fun-O-Matic</vt:lpstr>
      <vt:lpstr>Funciones principales</vt:lpstr>
      <vt:lpstr>Preparada para producción</vt:lpstr>
      <vt:lpstr>Gestión de datos</vt:lpstr>
      <vt:lpstr>Futuro del proyecto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 F</dc:creator>
  <cp:lastModifiedBy>R F</cp:lastModifiedBy>
  <cp:revision>1</cp:revision>
  <dcterms:created xsi:type="dcterms:W3CDTF">2025-09-15T17:36:10Z</dcterms:created>
  <dcterms:modified xsi:type="dcterms:W3CDTF">2025-09-15T17:36:26Z</dcterms:modified>
</cp:coreProperties>
</file>