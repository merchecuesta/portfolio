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D3ABD-9CD4-2647-25A5-5089D5F6B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8618C4-B9CA-1DE8-7288-804850EE7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61ABA-0510-412E-1C17-FE798321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2D0F15-AD1D-FDED-DE87-5DB3BA64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ACD8C7-2793-523D-1E5D-38873E6C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382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E320-5C5F-BAF8-AAED-B4032D2A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BBE23-30ED-D8F6-29BD-934CCC285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B94148-3D33-2C1F-D70B-F00EDF0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064A8D-9185-7877-C379-F24060FA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85A887-4D70-3EDD-1882-D346658A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91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79998-9D11-92E9-D98B-119522ED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9BAC87-FADF-D661-8471-54A35E3CF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EAFADD-4109-BC33-2E2C-267067AB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A79F55-8359-1AC4-DC98-3160A490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F8C030-14CC-56BC-8AB1-25251077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50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92C85-20D0-18BF-64B6-0A2E109A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3D5750-F54B-0C21-D779-49E592D08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7E91AC-ECEE-25CF-10F6-009951F5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D1785E-37BE-1DE3-E303-F36656BF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44B990-3A90-D9B8-2927-F0E497FC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A24B9F-A84C-8327-2E12-AFFBABFC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246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F7706-8CE3-128C-A958-5C034D89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58951D-EC64-08F4-F9BE-01233B030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691A7-BE82-32D3-BEA7-580E96BEC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5F8616-4BA0-8315-ACF0-E4B4E5036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B3B693-1CAF-F4E6-430C-201D25C85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663434-62CC-43F2-B3CD-B66DF31A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65F6B5-0176-3E38-5B89-67EAF991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D65091-B5ED-3ECC-92A1-FFD58DBB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16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03F9C-B2FC-BBC5-EB34-42B959D5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0ED43F-FFF3-477A-2C66-2A2D0BB4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A47852-974A-BA42-DBA2-A3E61105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CCE2-1DCC-0D35-5C11-95CEB2EE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84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7B440E-3216-3861-0276-F9EC0258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894A29-82E1-10AD-6347-D7E2D6F9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68A381-5DA3-1D26-5E34-83CE7225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918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24A4F-99FE-25ED-3AC3-09167E2EE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44125-AAB5-3221-F7F8-FED0CC19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BF6952-FCE1-5C87-4557-5EB265660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040B54-80B4-D623-5C9D-EDE8E7A0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B571BE-4415-B8FF-F1C2-0FE8ABAC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A4F92E-C94F-C55B-0775-DBDE0E57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24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F20CA-8571-661A-546F-737B7174A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5EEB5E-BC66-993B-DE97-86BF3406A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A9AA4E-8A94-BC9A-8E3E-162AFE6AA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1C6AFD-7658-C734-8277-60493845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778128-800A-6A6B-E056-34003BB9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A78674-363A-E811-6CA7-2527745A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65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AE28A-B880-EDC9-6956-9AB4FC8B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39390F-22AD-5A5F-6661-B3D0141B6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463855-AC14-51E3-2339-5AC5D7B07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9F0CF9-6748-EFC1-5734-81CCD468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C858BB-A1B6-D1BF-7CE7-AF04361F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92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17E7EC-A32C-413C-2598-6767B8928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411150-4324-C2E3-A7AA-CF0D4FDE9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91474D-F8B7-43E2-D492-7374DB9A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86227-293B-D64A-0680-71E4ACDF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7E6E68-D26D-3D41-FB90-7707DBFF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115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433858-7516-318E-D7E2-89C769D4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DB9AAE-1FB9-6CD9-2956-2DA75EB79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E4F02-D4C6-D722-615A-F448CBB8A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12C9A-6099-41F4-BB38-5C449D2AC208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4A29A6-3670-85B2-0BD9-23051E0DB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C4AE7E-C91A-85B7-4800-EF32FE202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90D50-CD51-4A20-8825-A19F67F760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50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ercedes-cuesta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erchecuesta/Portfolio/tree/main/Funomat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0837F3-514C-B8C3-2A5E-F320D7EC2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45836"/>
            <a:ext cx="8803527" cy="65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2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A635426-D204-398F-CD9E-EB4C06E4C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04" y="199389"/>
            <a:ext cx="7735712" cy="4351338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30311D-51F1-6889-EBC5-A1EC8B780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120" y="3386773"/>
            <a:ext cx="5816600" cy="32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90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89B24-2BC9-450F-41B7-9018C17D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65720" cy="1325563"/>
          </a:xfrm>
          <a:solidFill>
            <a:schemeClr val="bg1"/>
          </a:solidFill>
          <a:effectLst>
            <a:softEdge rad="12700"/>
          </a:effectLst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¿Qué problema resuelve?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3AD8F9-3D97-BBFB-298D-EE523A05A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3255"/>
          </a:xfrm>
          <a:solidFill>
            <a:schemeClr val="bg1"/>
          </a:solidFill>
          <a:effectLst>
            <a:softEdge rad="12700"/>
          </a:effectLst>
        </p:spPr>
        <p:txBody>
          <a:bodyPr/>
          <a:lstStyle/>
          <a:p>
            <a:pPr>
              <a:buFontTx/>
              <a:buChar char="-"/>
            </a:pPr>
            <a:r>
              <a:rPr lang="es-ES" dirty="0"/>
              <a:t>Muchos niños y padres, no saben que actividades realizar en su tiempo libre, sobre todo si quieren descansar la vista de pantallas.</a:t>
            </a:r>
          </a:p>
          <a:p>
            <a:pPr>
              <a:buFontTx/>
              <a:buChar char="-"/>
            </a:pPr>
            <a:r>
              <a:rPr lang="es-ES" dirty="0"/>
              <a:t>Es difícil encontrar actividades adaptadas a gustos, lugar y compañía</a:t>
            </a:r>
          </a:p>
          <a:p>
            <a:pPr>
              <a:buFontTx/>
              <a:buChar char="-"/>
            </a:pPr>
            <a:r>
              <a:rPr lang="es-ES" dirty="0"/>
              <a:t>Necesitamos algo rápido y divertido que sugiera planes personalizados</a:t>
            </a:r>
          </a:p>
          <a:p>
            <a:pPr>
              <a:buFontTx/>
              <a:buChar char="-"/>
            </a:pPr>
            <a:r>
              <a:rPr lang="es-ES" dirty="0"/>
              <a:t>Ha de ser visual para llamar la atención del usuario</a:t>
            </a:r>
          </a:p>
          <a:p>
            <a:pPr>
              <a:buFontTx/>
              <a:buChar char="-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917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F881C-57C0-E897-8141-1E3F2C98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Nuestra solución: </a:t>
            </a:r>
            <a:r>
              <a:rPr lang="es-ES" dirty="0" err="1">
                <a:latin typeface="Bodoni MT Black" panose="02070A03080606020203" pitchFamily="18" charset="0"/>
              </a:rPr>
              <a:t>Fun</a:t>
            </a:r>
            <a:r>
              <a:rPr lang="es-ES" dirty="0">
                <a:latin typeface="Bodoni MT Black" panose="02070A03080606020203" pitchFamily="18" charset="0"/>
              </a:rPr>
              <a:t>-O-</a:t>
            </a:r>
            <a:r>
              <a:rPr lang="es-ES" dirty="0" err="1">
                <a:latin typeface="Bodoni MT Black" panose="02070A03080606020203" pitchFamily="18" charset="0"/>
              </a:rPr>
              <a:t>Matic</a:t>
            </a:r>
            <a:endParaRPr lang="es-ES" dirty="0">
              <a:latin typeface="Bodoni MT Black" panose="02070A030806060202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831C6A-A964-FBCA-14D0-3138C949C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8665"/>
            <a:ext cx="10515600" cy="3376295"/>
          </a:xfrm>
          <a:solidFill>
            <a:schemeClr val="bg1"/>
          </a:solidFill>
        </p:spPr>
        <p:txBody>
          <a:bodyPr/>
          <a:lstStyle/>
          <a:p>
            <a:r>
              <a:rPr lang="es-ES" dirty="0"/>
              <a:t>Aplicación web que genera actividades según preferencias del usuario</a:t>
            </a:r>
          </a:p>
          <a:p>
            <a:r>
              <a:rPr lang="es-ES" dirty="0"/>
              <a:t>Responde a preguntas como:</a:t>
            </a:r>
          </a:p>
          <a:p>
            <a:pPr marL="514350" indent="-514350">
              <a:buFont typeface="+mj-lt"/>
              <a:buAutoNum type="alphaLcPeriod"/>
            </a:pPr>
            <a:r>
              <a:rPr lang="es-ES" dirty="0"/>
              <a:t>¿Dónde quieres hacer la actividad?</a:t>
            </a:r>
          </a:p>
          <a:p>
            <a:pPr marL="514350" indent="-514350">
              <a:buFont typeface="+mj-lt"/>
              <a:buAutoNum type="alphaLcPeriod"/>
            </a:pPr>
            <a:r>
              <a:rPr lang="es-ES" dirty="0"/>
              <a:t>¿Qué tipo de plan buscas?</a:t>
            </a:r>
          </a:p>
          <a:p>
            <a:pPr marL="514350" indent="-514350">
              <a:buFont typeface="+mj-lt"/>
              <a:buAutoNum type="alphaLcPeriod"/>
            </a:pPr>
            <a:r>
              <a:rPr lang="es-ES" dirty="0"/>
              <a:t>¿Sólo o acompañado?</a:t>
            </a:r>
          </a:p>
          <a:p>
            <a:r>
              <a:rPr lang="es-ES" dirty="0"/>
              <a:t>Genera planes personalizados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161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1A6B4-9ED9-400C-8DE5-04FFF693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9036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Funciones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47EEE-CB00-CA98-F1B7-9499B3F7A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345"/>
            <a:ext cx="10515600" cy="2238375"/>
          </a:xfrm>
          <a:solidFill>
            <a:schemeClr val="bg1"/>
          </a:solidFill>
        </p:spPr>
        <p:txBody>
          <a:bodyPr/>
          <a:lstStyle/>
          <a:p>
            <a:r>
              <a:rPr lang="es-ES" dirty="0"/>
              <a:t>Generación de actividades personalizadas</a:t>
            </a:r>
          </a:p>
          <a:p>
            <a:r>
              <a:rPr lang="es-ES" dirty="0"/>
              <a:t>Registro de  preguntas y respuestas en la BBDD</a:t>
            </a:r>
          </a:p>
          <a:p>
            <a:r>
              <a:rPr lang="es-ES" dirty="0"/>
              <a:t>Botones de interacción “Si, me encantan/No, me aburren”</a:t>
            </a:r>
          </a:p>
          <a:p>
            <a:r>
              <a:rPr lang="es-ES" dirty="0"/>
              <a:t>Diseño </a:t>
            </a:r>
            <a:r>
              <a:rPr lang="es-ES" dirty="0" err="1"/>
              <a:t>reponsivo</a:t>
            </a:r>
            <a:r>
              <a:rPr lang="es-ES" dirty="0"/>
              <a:t> y visualmente atractivo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145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82312-BCBA-3E0D-C5B5-E6E07AD6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7212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Preparada para producción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6C7B0-1D50-40BD-864F-CFD89631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  <a:solidFill>
            <a:schemeClr val="bg1"/>
          </a:solidFill>
        </p:spPr>
        <p:txBody>
          <a:bodyPr/>
          <a:lstStyle/>
          <a:p>
            <a:r>
              <a:rPr lang="es-ES" dirty="0"/>
              <a:t>La app está </a:t>
            </a:r>
            <a:r>
              <a:rPr lang="es-ES" dirty="0" err="1"/>
              <a:t>dockerizada</a:t>
            </a:r>
            <a:r>
              <a:rPr lang="es-ES" dirty="0"/>
              <a:t> para facilitar instalación y despliegue.</a:t>
            </a:r>
          </a:p>
          <a:p>
            <a:r>
              <a:rPr lang="es-ES" dirty="0"/>
              <a:t>Imagen disponible en </a:t>
            </a:r>
            <a:r>
              <a:rPr lang="es-ES" dirty="0" err="1"/>
              <a:t>DockerHub</a:t>
            </a:r>
            <a:r>
              <a:rPr lang="es-ES" dirty="0"/>
              <a:t>.</a:t>
            </a:r>
          </a:p>
          <a:p>
            <a:r>
              <a:rPr lang="es-ES" dirty="0"/>
              <a:t>Repositorio en GitHub con código y documentación completa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E301D4C-4F9E-A407-966A-CFE4791F3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775" y="3621881"/>
            <a:ext cx="3149826" cy="314982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ED4083-7C5D-6E91-B578-7CCA2A081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679" y="3621881"/>
            <a:ext cx="2764063" cy="276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26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B171F-D8A6-D201-5434-A748432C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6956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Gestión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9EFB01-BA6A-36AC-D361-DBFC07606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5720" cy="1720215"/>
          </a:xfrm>
          <a:solidFill>
            <a:schemeClr val="bg1"/>
          </a:solidFill>
        </p:spPr>
        <p:txBody>
          <a:bodyPr/>
          <a:lstStyle/>
          <a:p>
            <a:r>
              <a:rPr lang="es-ES" dirty="0"/>
              <a:t>PostgreSQL almacena preguntas y respuestas.</a:t>
            </a:r>
          </a:p>
          <a:p>
            <a:r>
              <a:rPr lang="es-ES" dirty="0"/>
              <a:t>Tabla principal: </a:t>
            </a:r>
            <a:r>
              <a:rPr lang="es-ES" dirty="0" err="1"/>
              <a:t>preguntas_respuestas</a:t>
            </a:r>
            <a:r>
              <a:rPr lang="es-ES" dirty="0"/>
              <a:t>.</a:t>
            </a:r>
          </a:p>
          <a:p>
            <a:r>
              <a:rPr lang="es-ES" dirty="0"/>
              <a:t>Permite análisis posterior de interacciones.</a:t>
            </a:r>
          </a:p>
        </p:txBody>
      </p:sp>
    </p:spTree>
    <p:extLst>
      <p:ext uri="{BB962C8B-B14F-4D97-AF65-F5344CB8AC3E}">
        <p14:creationId xmlns:p14="http://schemas.microsoft.com/office/powerpoint/2010/main" val="132777740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FC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B3D8B-69F4-2E1F-94E8-05508DC4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6044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Futuro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201EE-D4C2-0BC8-B582-94BA035E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3240" cy="1679575"/>
          </a:xfrm>
          <a:solidFill>
            <a:schemeClr val="bg1"/>
          </a:solidFill>
        </p:spPr>
        <p:txBody>
          <a:bodyPr/>
          <a:lstStyle/>
          <a:p>
            <a:r>
              <a:rPr lang="es-ES" dirty="0"/>
              <a:t>Mejorar sugerencias usando AI avanzada</a:t>
            </a:r>
          </a:p>
          <a:p>
            <a:r>
              <a:rPr lang="es-ES" dirty="0"/>
              <a:t>Crear app móvil.</a:t>
            </a:r>
          </a:p>
          <a:p>
            <a:r>
              <a:rPr lang="es-ES" dirty="0"/>
              <a:t>Analítica de uso y recomendaciones más precisas.</a:t>
            </a:r>
          </a:p>
        </p:txBody>
      </p:sp>
    </p:spTree>
    <p:extLst>
      <p:ext uri="{BB962C8B-B14F-4D97-AF65-F5344CB8AC3E}">
        <p14:creationId xmlns:p14="http://schemas.microsoft.com/office/powerpoint/2010/main" val="847133138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ED5F9-4E7A-0207-A6C0-07A3CAAE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49160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Bodoni MT Black" panose="02070A03080606020203" pitchFamily="18" charset="0"/>
              </a:rPr>
              <a:t>¡Gracias por atenderme!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B31D1B-7AAB-152D-EAFC-FDC02F05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35655"/>
          </a:xfrm>
          <a:solidFill>
            <a:schemeClr val="bg1"/>
          </a:solidFill>
        </p:spPr>
        <p:txBody>
          <a:bodyPr/>
          <a:lstStyle/>
          <a:p>
            <a:pPr>
              <a:spcBef>
                <a:spcPts val="0"/>
              </a:spcBef>
            </a:pPr>
            <a:endParaRPr lang="es-ES" dirty="0"/>
          </a:p>
          <a:p>
            <a:pPr>
              <a:spcBef>
                <a:spcPts val="0"/>
              </a:spcBef>
            </a:pPr>
            <a:r>
              <a:rPr lang="es-ES" dirty="0"/>
              <a:t>Contáctame : </a:t>
            </a:r>
          </a:p>
          <a:p>
            <a:pPr marL="0" indent="263525">
              <a:spcBef>
                <a:spcPts val="0"/>
              </a:spcBef>
              <a:buNone/>
            </a:pPr>
            <a:r>
              <a:rPr lang="es-ES" dirty="0">
                <a:hlinkClick r:id="rId3"/>
              </a:rPr>
              <a:t>https://www.linkedin.com/in/mercedes-cuesta/</a:t>
            </a:r>
            <a:endParaRPr lang="es-ES" dirty="0"/>
          </a:p>
          <a:p>
            <a:endParaRPr lang="es-ES" dirty="0"/>
          </a:p>
          <a:p>
            <a:r>
              <a:rPr lang="es-ES" dirty="0"/>
              <a:t>Prueba la aplicación : </a:t>
            </a:r>
            <a:r>
              <a:rPr lang="es-ES" dirty="0">
                <a:hlinkClick r:id="rId4"/>
              </a:rPr>
              <a:t>https://github.com/Merchecuesta/Portfolio/tree/main/Funomatic</a:t>
            </a:r>
            <a:r>
              <a:rPr lang="es-ES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457262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239</Words>
  <Application>Microsoft Office PowerPoint</Application>
  <PresentationFormat>Panorámica</PresentationFormat>
  <Paragraphs>35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Bodoni MT Black</vt:lpstr>
      <vt:lpstr>Calibri</vt:lpstr>
      <vt:lpstr>Calibri Light</vt:lpstr>
      <vt:lpstr>Tema de Office</vt:lpstr>
      <vt:lpstr>Presentación de PowerPoint</vt:lpstr>
      <vt:lpstr>Presentación de PowerPoint</vt:lpstr>
      <vt:lpstr>¿Qué problema resuelve?</vt:lpstr>
      <vt:lpstr>Nuestra solución: Fun-O-Matic</vt:lpstr>
      <vt:lpstr>Funciones principales</vt:lpstr>
      <vt:lpstr>Preparada para producción</vt:lpstr>
      <vt:lpstr>Gestión de datos</vt:lpstr>
      <vt:lpstr>Futuro del proyecto</vt:lpstr>
      <vt:lpstr>¡Gracias por atenderme!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F</dc:creator>
  <cp:lastModifiedBy>R F</cp:lastModifiedBy>
  <cp:revision>6</cp:revision>
  <dcterms:created xsi:type="dcterms:W3CDTF">2025-09-15T17:36:10Z</dcterms:created>
  <dcterms:modified xsi:type="dcterms:W3CDTF">2025-09-16T07:32:16Z</dcterms:modified>
</cp:coreProperties>
</file>